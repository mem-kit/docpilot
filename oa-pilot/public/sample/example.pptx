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8" d="100"/>
          <a:sy n="118" d="100"/>
        </p:scale>
        <p:origin x="208" y="26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014313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955213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11/24/25</a:t>
            </a:fld>
            <a:endParaRPr lang="en-US"/>
          </a:p>
        </p:txBody>
      </p:sp>
      <p:sp>
        <p:nvSpPr>
          <p:cNvPr id="65026738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4387152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01869370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541102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71133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9545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3967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15245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8816271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</a:p>
        </p:txBody>
      </p:sp>
      <p:sp>
        <p:nvSpPr>
          <p:cNvPr id="137603146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10759953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95316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7495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7281887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397825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129931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705651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89930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1158580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519644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164786832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832403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23185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9539269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26400547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3238456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6454528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5405379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58792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08613189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9082453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51696670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4000274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10161493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111582992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825796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49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64376844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1630629706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983307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57913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5926190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4321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184613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841760018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96756406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6645851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13529313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52165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148268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550780375" name="Picture Placeholder 2"/>
          <p:cNvSpPr>
            <a:spLocks noGrp="1" noChangeAspect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</a:p>
        </p:txBody>
      </p:sp>
      <p:sp>
        <p:nvSpPr>
          <p:cNvPr id="7420795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79886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7975524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726785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46452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71045753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6477293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18531866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8717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819657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197304023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5085432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158141986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472879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616559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</a:p>
        </p:txBody>
      </p:sp>
      <p:sp>
        <p:nvSpPr>
          <p:cNvPr id="2363740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</a:p>
        </p:txBody>
      </p:sp>
      <p:sp>
        <p:nvSpPr>
          <p:cNvPr id="386366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11/24/25</a:t>
            </a:fld>
            <a:endParaRPr lang="en-US"/>
          </a:p>
        </p:txBody>
      </p:sp>
      <p:sp>
        <p:nvSpPr>
          <p:cNvPr id="20664119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9993966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27369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009551568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</Words>
  <Application>Microsoft Macintosh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mead lai</cp:lastModifiedBy>
  <cp:revision>7</cp:revision>
  <dcterms:modified xsi:type="dcterms:W3CDTF">2025-11-24T02:00:23Z</dcterms:modified>
</cp:coreProperties>
</file>